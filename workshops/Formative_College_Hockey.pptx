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 | Open standing, high energy. 'Show of hands — who posted something in the last 24 hours?' Most hands go up. 'Then this isn't about whether you have a brand — you already do. It's about running it on purpose.' Frame: 60 min, mostly hands-on, they leave with a one-page brand brief and a live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0:02–0:06 | Socratic. Ask the question and let it sit; take 2–3 answers. The point: a personal brand is already running — the only choice is whether you take the wheel. Transition: 'Before we steer it, where's the money actually in 2026?'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0:06–0:10 | The reframe that earns attention. Show where the real, durable money is for this athlete — and why the audience they build is the asset they control. Sets up everything next. Factual, not cynical.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0:10–0:14 | Reframe 'brand' away from visuals toward business. Reputation, audience, trust — assets. Land the thesis: athletes are small businesses. The hinge of the session. Transition: 'Let's build yours — starting with you, not your sport.'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0:14–0:19 | First hands-on rep. 90 seconds of silence to write, then take 4–5 aloud and react. Nobody picks a sport word — that's the point. This is box 1 of their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0:19–0:23 | The Triple-POV lens, athlete-flavored. Every branding decision involves three parties. Brands evaluate you by what fans do — so authenticity is the business model. Transition to picking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0:23–0:28 | Second rep. Six starters, not limits — invite their own lane. Discipline is choosing only three. Lanes must match the three words. Box 2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0:28–0:31 | Short teach block. Brands and fans reward process and authenticity over polish. They need a phone and consistency, not a videographer. Lowers the barrier before they make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0:31–0:35 | Reflection rep — quieter. Let them scroll against the rubric. Failing the audit is the opportunity, because clarity is free and instant. Don't shame content — frame as untapped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0:35–0:40 | Biggest 'do' block — 3–4 min. Walk the room. The template kills the blank page: lane, hook, moment, why-it's-you. Coach a hook live. Box 3 of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0:40–0:44 | Bust the follower-count myth — freeing for an athlete with a few thousand followers. Brands pay for engaged, clearly-defined, trusted audiences. Drivers: trust, clarity, consistency,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0:44–0:46 | The most important compliance idea: your rules depend on who you are — division, state, status. Don't recite rules; teach the dimensions and point them to the right office. Slow down here — this protects them and Formative.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0:46–0:48 | The universal guardrails apply to everyone. Then STOP on the red box: if any athlete in the room is international, active U.S. NIL can cost their visa — send them to the international student office and an immigration attorney before anything. Say clearly: education, not legal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0:48–0:50 | Name the pain they'll feel as they grow: a business across a dozen tools, and brands with no way to find or pay them. This is the problem Formative solves. Make them want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0:50–0:53 | The reveal, tight and confident. Formative is the front door and the operating system: one profile, a matching engine, one flow from handshake to payment. Sell the relief of one system replacing twenty. Then move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0:53–0:58 | The conversion moment. QR up, walk the room, do it WITH them. Their lanes from box 2 drop straight in. Goal: every athlete leaves live and discoverable. No signal? Hand out the paper brief and capture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 (overlaps) | Quick payoff picture so signing up has an obvious 'why.' Keep it to 30 seconds — momentum into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0:58–1:00 | Land the transformation. Recap the four things now in their hands: identity, lanes, signature post, live profile. One homework: post the signature piece this week. End on belief.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| Close with conviction, QR still up. 'Run your brand — we'll handle the business.' Thank them, point to the QR once more, take questions. Swap the placeholder handle/email/URL for the real Formative contact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294448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× COLLEGE HOCKEY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48640" y="27889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already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4864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Personal branding &amp; NIL for college hockey players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60-minute working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QUESTION · 0:02–0:06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Who's running your brand —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you, or the algorithm?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2432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240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already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Every post, clip, and caption is a vote for how people see you.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62432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82403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always 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Coaches, brands, and fans are forming an opinion whether you curate it or not.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3317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62432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82403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5021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can be steered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904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run on purpose opens doors. One left on autopilot closes them.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LANDSCAPE · 0:06–0:10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2026, the money isn't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where you think.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937760" cy="3063240"/>
          </a:xfrm>
          <a:prstGeom prst="roundRect">
            <a:avLst>
              <a:gd name="adj" fmla="val 358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" y="28309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72491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Schools can now pay athletes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Since July 2025, the House settlement lets schools share revenue with athletes. But schools decide how to split it — and the pool goes overwhelmingly to football and men's basketball. Hockey programs see little to none of it.</a:t>
            </a:r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/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15000" y="2377440"/>
            <a:ext cx="306324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943600" y="263347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$20.5M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943600" y="34747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School revenue-share pool per school this year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42832" y="2377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171432" y="26334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~0%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71432" y="34747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 the school pool hockey sees at most programs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15000" y="3977640"/>
            <a:ext cx="5925312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989320" y="4224528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663" y="4408871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real lever: your own audience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5800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 a hockey player, the path to NIL income runs through brand deals and the audience you build — not the school's checkbook.</a:t>
            </a:r>
            <a:endParaRPr lang="en-US" sz="1250" dirty="0"/>
          </a:p>
        </p:txBody>
      </p:sp>
      <p:pic>
        <p:nvPicPr>
          <p:cNvPr id="20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FRAME · 0:10–0:14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brand isn't a logo.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It's a business.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people say about you when you're not in the room — on and off the field.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people who choose to follow your story. This is the asset brands pay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06040"/>
          </a:xfrm>
          <a:prstGeom prst="roundRect">
            <a:avLst>
              <a:gd name="adj" fmla="val 4211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reason a fan shows up and a brand signs. Earned slowly, spent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424" y="5474696"/>
            <a:ext cx="297729" cy="2977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285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Formative thesis: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creators — and athletes — are small businesses. You have a product, an audience, and revenue. You just haven't been handed the tools.</a:t>
            </a:r>
            <a:endParaRPr lang="en-US" sz="1400" dirty="0"/>
          </a:p>
        </p:txBody>
      </p:sp>
      <p:pic>
        <p:nvPicPr>
          <p:cNvPr id="23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0:14–0:19  ·  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aren't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“hockey.”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your phone, open Notes.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Write three words that describe who you are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beyond the game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. Not your position. Not your stats. The person.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e.g.  relentless · small-town · funny     /     curious · faith-first · competitor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23760" y="2331720"/>
            <a:ext cx="441655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9808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Brief, box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Identity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98080" y="36118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These three words become the filter for every post you make. If a piece of content doesn't sound like these words, it's not yours.</a:t>
            </a:r>
            <a:endParaRPr lang="en-US" sz="1350" dirty="0"/>
          </a:p>
        </p:txBody>
      </p:sp>
      <p:pic>
        <p:nvPicPr>
          <p:cNvPr id="1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LENS · 0:19–0:23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people are always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 the room.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— the creator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story, your voice, your audience. The asset everything is built 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7783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— who pay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They're buying access to your audience and the trust you've earned with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28600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7783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Fans — who follow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85876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They decide if any of it is real. Lose them and the other two walk.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Agencies sometimes manage an athlete's account — on Formative that's flagged openly, so fans and brands always know who they're talking to.</a:t>
            </a:r>
            <a:endParaRPr lang="en-US" sz="1300" dirty="0"/>
          </a:p>
        </p:txBody>
      </p:sp>
      <p:pic>
        <p:nvPicPr>
          <p:cNvPr id="20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0:23–0:28  ·  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Pick your three lanes.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content needs lanes — repeatable themes people follow you for. Pick the three that fit your three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015" y="2799527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grind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15968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261518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343" y="2799527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Game day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083296" y="22860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39328" y="261518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671" y="279952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80576" y="228600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Off the field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48640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04672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15" y="4354007"/>
            <a:ext cx="289682" cy="28968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45920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Skills &amp; tips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4315968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0" y="4169664"/>
            <a:ext cx="658368" cy="658368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343" y="4354007"/>
            <a:ext cx="289682" cy="2896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Faith &amp; family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8083296" y="38404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339328" y="4169664"/>
            <a:ext cx="658368" cy="658368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671" y="4354007"/>
            <a:ext cx="289682" cy="28968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0576" y="38404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Hot takes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Circle your three in Brief box 2.</a:t>
            </a:r>
            <a:endParaRPr lang="en-US" sz="1500" dirty="0"/>
          </a:p>
        </p:txBody>
      </p:sp>
      <p:pic>
        <p:nvPicPr>
          <p:cNvPr id="30" name="Image 6" descr="/home/claude/assets/mark_indi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PLAYBOOK · 0:28–0:31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Process beats highlights.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Anyone can post a highlight goal. The brand is built in everything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752344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95204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Show the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 a.m. skates and film beat the highlight reel. Effort is relatable; talent isn't.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228600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2752344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57" y="295204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over polished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61504" y="29992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phone clip with a real reaction outperforms a produced edit. Fans smell staging.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" y="4626864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953" y="4826569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 wins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posts a week, every week, beats a viral month then silence. Show up like a starter.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73952" y="4626864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57" y="4826569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Have a point of view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61504" y="4873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take, a value, a story. Neutral content gets scrolled past. Stand for something.</a:t>
            </a:r>
            <a:endParaRPr lang="en-US" sz="12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0:31–0:35  ·  EXERCISE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Audit your last nine posts.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212080" cy="3246120"/>
          </a:xfrm>
          <a:prstGeom prst="roundRect">
            <a:avLst>
              <a:gd name="adj" fmla="val 338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7783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78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Open your profile. Look at the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last 9. Ask three questions: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Does it sound like my three words?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Would a brand understand what I'm about?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Is there a pattern — or is it random?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5696712" cy="3246120"/>
          </a:xfrm>
          <a:prstGeom prst="roundRect">
            <a:avLst>
              <a:gd name="adj" fmla="val 338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6364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Most grids fail the test.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32004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That's normal — and it's good news.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means the easiest growth you have isn't more posts. It's posting on purpose. You don't need a bigger audience to start. You need a clearer signal.</a:t>
            </a:r>
            <a:endParaRPr lang="en-US" sz="1400" dirty="0"/>
          </a:p>
        </p:txBody>
      </p:sp>
      <p:pic>
        <p:nvPicPr>
          <p:cNvPr id="12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DO IT · 0:35–0:40  ·  EXERCISE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Draft one signature post.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Not nine. One. The post only you could make this week.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786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7783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Lane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Which of your three lanes is it in?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21024" y="25786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729" y="27783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hook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 line that makes someone stop scrolling.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44768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19088" y="25786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3" y="27783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moment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19088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we see — a clip, a photo, a piece to camera.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42832" y="2286000"/>
            <a:ext cx="2578608" cy="2651760"/>
          </a:xfrm>
          <a:prstGeom prst="roundRect">
            <a:avLst>
              <a:gd name="adj" fmla="val 4255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17152" y="2578608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857" y="27783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17152" y="34564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Why it's you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17152" y="3858768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line that ties it to your three words.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→ Sketch it in Brief box 3. This is the first post of your brand, run on purpose.</a:t>
            </a:r>
            <a:endParaRPr lang="en-US" sz="1500" dirty="0"/>
          </a:p>
        </p:txBody>
      </p:sp>
      <p:pic>
        <p:nvPicPr>
          <p:cNvPr id="26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VALUE · 0:40–0:44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pays more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than follower count.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10K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 engaged audience this size can earn real brand deals — you don't need millions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3317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44568" y="2587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5–10%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34290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Engagement rates brands prize — micro-creators often beat the big accounts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2331720"/>
            <a:ext cx="3557016" cy="1554480"/>
          </a:xfrm>
          <a:prstGeom prst="roundRect">
            <a:avLst>
              <a:gd name="adj" fmla="val 705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11896" y="2587752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Niche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11896" y="34290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clear lane + a local market is worth more to a brand than vague reach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What actually drives your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Trust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fans act on what you say)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Clarity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(can a brand describe you in one line)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329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Consistency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 you show up)    ·  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A855F7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 (does the brand's audience match yours)</a:t>
            </a:r>
            <a:endParaRPr lang="en-US" sz="1450" dirty="0"/>
          </a:p>
        </p:txBody>
      </p:sp>
      <p:pic>
        <p:nvPicPr>
          <p:cNvPr id="16" name="Image 0" descr="/home/claude/assets/mark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KNOW YOUR LANE · 0:44–0:46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First, know your lane.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things decide what you can earn. Get these right before any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716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686873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division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Only D1 — mostly the big football schools — shares school revenue. But every division (D1, D2, D3) can do third-party brand deals.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90288" y="248716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68687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0288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State law still layers on top: what you disclose, which categories are off-limits, how your school can help. It varies by state.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19456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57616" y="248716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68687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3649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status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3767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U.S. citizen or international? International (F-1) athletes face a stricter, riskier set of rules — see the next slide.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120640"/>
            <a:ext cx="603504" cy="603504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5289621"/>
            <a:ext cx="265542" cy="2655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5029200"/>
            <a:ext cx="9692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Find your authority: your school's compliance office is free and exists for exactly this. When in doubt, ask before you sign.</a:t>
            </a:r>
            <a:endParaRPr lang="en-US" sz="1350" dirty="0"/>
          </a:p>
        </p:txBody>
      </p:sp>
      <p:pic>
        <p:nvPicPr>
          <p:cNvPr id="24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PLAY IT SAFE · THE LINES YOU DON'T CROSS · 0:46–0:48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Then, the lines you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never cross.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3211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It must be a real deal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Real work only — post, appear, endorse. No-show deals and pay-for-play are out, everywhere.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1214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23211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Report every deal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over $600 get a fair-value check at the clearinghouse. Loop in your compliance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1214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3211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Protect your eligibility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bad deal can cost you your season — it's never worth it. Check first, sign second.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B3261E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59536" y="4727448"/>
            <a:ext cx="658368" cy="658368"/>
          </a:xfrm>
          <a:prstGeom prst="ellipse">
            <a:avLst/>
          </a:prstGeom>
          <a:solidFill>
            <a:srgbClr val="E24B4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79" y="491179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553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International athletes — read this first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737360" y="4946904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D9D5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 an F-1 visa, active NIL work done in the U.S. can put your visa at risk. The safe lanes are passive income and work done outside the U.S. — talk to your international student office and an immigration attorney before anything.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7044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Rules vary by division, state, and status, and they change. This is education, not legal advice — confirm with the right office before any deal.</a:t>
            </a:r>
            <a:endParaRPr lang="en-US" sz="105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GAP · 0:48–0:50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running a business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with no system.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60604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385" y="280574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12–20 disconnected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DMs for deals · spreadsheets for tracking · screenshots for proof · a separate app to invoice · another to sign · payment chased over text. Nothing talks to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331720"/>
            <a:ext cx="5376672" cy="3200400"/>
          </a:xfrm>
          <a:prstGeom prst="roundRect">
            <a:avLst>
              <a:gd name="adj" fmla="val 3429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60604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85" y="280574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670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And brands can't find you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498080" y="34747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There's no front door. A brand that wants a Pittsburgh-area college hockey player with your exact audience has no clean way to discover you, vet you, and pay you. So the deal goes to whoever's easiest to find — not whoever's the best fit.</a:t>
            </a:r>
            <a:endParaRPr lang="en-US" sz="1400" dirty="0"/>
          </a:p>
        </p:txBody>
      </p:sp>
      <p:pic>
        <p:nvPicPr>
          <p:cNvPr id="14" name="Image 2" descr="/home/claude/assets/mark_indi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FIX · 0:50–0:53</a:t>
            </a:r>
            <a:endParaRPr lang="en-US" sz="1200" dirty="0"/>
          </a:p>
        </p:txBody>
      </p:sp>
      <p:pic>
        <p:nvPicPr>
          <p:cNvPr id="3" name="Image 0" descr="/home/claude/assets/logo_full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1973896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place where athletes and brands actually connect.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289864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65" y="3098353"/>
            <a:ext cx="313822" cy="3138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One profile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brand, audience, and lanes in one link brands can find, vet, and trust.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90288" y="289864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93" y="3098353"/>
            <a:ext cx="313822" cy="3138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9028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Our matching engine puts you in front of the brands whose audience actually fits yours.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2606040"/>
            <a:ext cx="3520440" cy="2697480"/>
          </a:xfrm>
          <a:prstGeom prst="roundRect">
            <a:avLst>
              <a:gd name="adj" fmla="val 4068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357616" y="289864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321" y="3098353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3776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 to payment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57616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Agree, sign, deliver, get paid — tracked in one flow. No more chasing texts.</a:t>
            </a:r>
            <a:endParaRPr lang="en-US" sz="1250" dirty="0"/>
          </a:p>
        </p:txBody>
      </p:sp>
      <p:pic>
        <p:nvPicPr>
          <p:cNvPr id="20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BUILD IT NOW · 0:53–0:58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Scan, and build your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right now.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83280" cy="3611880"/>
          </a:xfrm>
          <a:prstGeom prst="roundRect">
            <a:avLst>
              <a:gd name="adj" fmla="val 3243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56032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237744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Scan to start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demo link — swap for your live signup URL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2377440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43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74920" y="23591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Sign up — claim your handle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4340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74920" y="30815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Add sport, school, position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43400" y="3822192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434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74920" y="38039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Drop in your three lanes (box 2)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43400" y="4544568"/>
            <a:ext cx="502920" cy="502920"/>
          </a:xfrm>
          <a:prstGeom prst="ellipse">
            <a:avLst/>
          </a:prstGeom>
          <a:solidFill>
            <a:srgbClr val="312E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434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7492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Connect your socials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43400" y="5266944"/>
            <a:ext cx="502920" cy="502920"/>
          </a:xfrm>
          <a:prstGeom prst="ellipse">
            <a:avLst/>
          </a:prstGeom>
          <a:solidFill>
            <a:srgbClr val="FF329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34340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74920" y="524865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live — you're discoverable</a:t>
            </a:r>
            <a:endParaRPr lang="en-US" sz="1600" dirty="0"/>
          </a:p>
        </p:txBody>
      </p:sp>
      <p:pic>
        <p:nvPicPr>
          <p:cNvPr id="24" name="Image 1" descr="/home/claude/assets/mark_indi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Then brands come to you.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807208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300691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Your profile is live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A clean front door working for you 24/7 — even on road trips.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90288" y="2807208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993" y="300691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Matches roll in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0288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Brands that fit your audience and lanes get surfaced to you automatically.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2514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357616" y="2807208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300691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685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Deals you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40873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pick what fits, do the work, get paid — and keep your audience either way.</a:t>
            </a:r>
            <a:endParaRPr lang="en-US" sz="1250" dirty="0"/>
          </a:p>
        </p:txBody>
      </p:sp>
      <p:pic>
        <p:nvPicPr>
          <p:cNvPr id="19" name="Image 3" descr="/home/claude/assets/mark_indi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YOU'VE GOT THIS · 0:58–1:00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 walked in an athlete.</a:t>
            </a:r>
            <a:endParaRPr lang="en-US" sz="3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312E81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leaving a brand.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651760"/>
            <a:ext cx="713232" cy="713232"/>
          </a:xfrm>
          <a:prstGeom prst="ellipse">
            <a:avLst/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665" y="2851465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1 — Identity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Three words that are the filter for everything you post.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81344" y="2286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651760"/>
            <a:ext cx="713232" cy="713232"/>
          </a:xfrm>
          <a:prstGeom prst="ellipse">
            <a:avLst/>
          </a:prstGeom>
          <a:solidFill>
            <a:srgbClr val="5B21B6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2851465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0064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2 — Your lanes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70064" y="29443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three themes fans will follow you for.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4F2FC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4343400"/>
            <a:ext cx="713232" cy="713232"/>
          </a:xfrm>
          <a:prstGeom prst="ellipse">
            <a:avLst/>
          </a:prstGeom>
          <a:solidFill>
            <a:srgbClr val="A855F7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65" y="4543105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Box 3 — Signature post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763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The first piece of your brand, run on purpose.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81344" y="3977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312E81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4343400"/>
            <a:ext cx="713232" cy="713232"/>
          </a:xfrm>
          <a:prstGeom prst="ellipse">
            <a:avLst/>
          </a:prstGeom>
          <a:solidFill>
            <a:srgbClr val="FF329A"/>
          </a:solidFill>
          <a:ln/>
          <a:effectLst>
            <a:outerShdw sx="100000" sy="100000" kx="0" ky="0" algn="bl" rotWithShape="0" blurRad="127000" dist="38100" dir="5400000">
              <a:srgbClr val="312E81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543105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0064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Profile — live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70064" y="46360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D8FA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You're discoverable to brands on Formative.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Take the brief with you. Post your signature piece this week.</a:t>
            </a:r>
            <a:endParaRPr lang="en-US" sz="1400" dirty="0"/>
          </a:p>
        </p:txBody>
      </p:sp>
      <p:pic>
        <p:nvPicPr>
          <p:cNvPr id="25" name="Image 4" descr="/home/claude/assets/mark_indi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82512"/>
            <a:ext cx="34518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  ·  @formativeunites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091672" y="6373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Run your brand.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We'll handle the business.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48640" y="448056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188720" cy="1188720"/>
          </a:xfrm>
          <a:prstGeom prst="rect">
            <a:avLst/>
          </a:prstGeom>
        </p:spPr>
      </p:pic>
      <p:pic>
        <p:nvPicPr>
          <p:cNvPr id="5" name="Image 1" descr="/home/claude/assets/logo_fu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00"/>
            <a:ext cx="163061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2928" y="5532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6E8"/>
                </a:solidFill>
                <a:latin typeface="Avenir" pitchFamily="34" charset="0"/>
                <a:ea typeface="Avenir" pitchFamily="34" charset="-122"/>
                <a:cs typeface="Avenir" pitchFamily="34" charset="-120"/>
              </a:rPr>
              <a:t>formative.app  ·  @formativeunites  ·  hello@formative.app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You're Already a Brand — Formative × College Baseball</dc:title>
  <dc:subject>PptxGenJS Presentation</dc:subject>
  <dc:creator>Formative Unites, Inc.</dc:creator>
  <cp:lastModifiedBy>Formative Unites, Inc.</cp:lastModifiedBy>
  <cp:revision>1</cp:revision>
  <dcterms:created xsi:type="dcterms:W3CDTF">2026-06-18T03:22:53Z</dcterms:created>
  <dcterms:modified xsi:type="dcterms:W3CDTF">2026-06-18T03:22:53Z</dcterms:modified>
</cp:coreProperties>
</file>