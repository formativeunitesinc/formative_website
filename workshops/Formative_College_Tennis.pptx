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TENNIS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tennis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the pool goes overwhelmingly to football and men's basketball. Tennis programs see little to none of it.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the school pool tennis sees at most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tennis player,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“tennis.”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winner.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drills and conditioning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(D1,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tennis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