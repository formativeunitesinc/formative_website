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LACROSSE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lacrosse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Lacrosse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lacrosse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lacrosse player,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“lacrosse.”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goal.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wall ball and lifts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lacrosse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