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COLLEGE WRESTLING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college wrestlers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2026, the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 think.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Schools can now pay athletes directly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Since July 2025, the House settlement lets schools share revenue with athletes. But schools decide how to split it — and the pool goes overwhelmingly to football and men's basketball. Wrestling programs see little to none of it.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$20.5M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revenue-share pool per school this year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~0%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 the school pool wrestling sees at most programs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real lever: your own audience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 a wrestler, the path to NIL income runs through brand deals and the audience you build — not the school's checkbook.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“wrestling.”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pin.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weight cuts and mat time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what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division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Only D1 — mostly the big football schools — shares school revenue. But every division (D1, D2, D3) can do third-party brand deals.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 law still layers on top: what you disclose, which categories are off-limits, how your school can help. It varies by state.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international? International (F-1) athletes face a stricter, riskier set of rules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school's compliance office is free and exists for exactly this. When in doubt, ask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 — post, appear, endorse. No-show deals and pay-for-play are out, everywhere.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Report every deal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over $600 get a fair-value check at the clearinghouse. Loop in your compliance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your eligibility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 your season — it's never worth it.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division, state, and status, and they change. This is education, not legal advice — confirm with the right office before any deal.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college wrestler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brands come to you.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working for you 24/7 — even on road trips.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Matches roll 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that fit your audience and lanes get surfaced to you automatically.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you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pick what fits, do the work, get paid — and keep your audience either way.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College Baseball</dc:title>
  <dc:subject>PptxGenJS Presentation</dc:subject>
  <dc:creator>Formative Unites, Inc.</dc:creator>
  <cp:lastModifiedBy>Formative Unites, Inc.</cp:lastModifiedBy>
  <cp:revision>1</cp:revision>
  <dcterms:created xsi:type="dcterms:W3CDTF">2026-06-18T03:22:53Z</dcterms:created>
  <dcterms:modified xsi:type="dcterms:W3CDTF">2026-06-18T03:22:53Z</dcterms:modified>
</cp:coreProperties>
</file>