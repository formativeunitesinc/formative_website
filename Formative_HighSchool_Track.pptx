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TRACK &amp; FIELD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track &amp; field athletes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“track.”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personal record.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intervals and recovery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track athlete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