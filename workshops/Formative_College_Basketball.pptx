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BASKETBALL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basketball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school check is real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but it's not the whole game.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flows to basketball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schools can pay athletes directly — and men's basketball gets one of the biggest shares of the pool. But it's concentrated on a handful of players, the school controls it, and it ends the day your eligibility does.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#2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men's basketball ranks in rev-share, after football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audience is the asset you keep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of the roster won't see big school money — and even stars lose it when the ball stops. The brand and audience you build are yours for life.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“basketball.”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poster dunk.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shootarounds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Big school money is a D1 — mostly the power programs — thing. Smaller D1, D2, and D3 share little or none, but every division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basketball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Football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