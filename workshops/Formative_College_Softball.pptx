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SOFTBALL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softball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Softball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softball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softball 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“softball.”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home run.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cage sessions and reps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softball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