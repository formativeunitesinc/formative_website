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HOCKEY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hockey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“hockey.”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 goal.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skates and film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hockey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