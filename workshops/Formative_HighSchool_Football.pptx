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FOOTBALL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football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“football.”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highlight-reel play.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lifts and film study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football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Football</dc:title>
  <dc:subject>PptxGenJS Presentation</dc:subject>
  <dc:creator>Formative Unites, Inc.</dc:creator>
  <cp:lastModifiedBy>Formative Unites, Inc.</cp:lastModifiedBy>
  <cp:revision>1</cp:revision>
  <dcterms:created xsi:type="dcterms:W3CDTF">2026-06-18T03:28:51Z</dcterms:created>
  <dcterms:modified xsi:type="dcterms:W3CDTF">2026-06-18T03:28:51Z</dcterms:modified>
</cp:coreProperties>
</file>