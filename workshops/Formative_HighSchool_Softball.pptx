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HIGH SCHOOL SOFTBALL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high school softball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college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yours — yet. So start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school paycheck in high school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Revenue sharing is a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college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thing — high schools don't pay athletes. Where your state allows it, high school NIL is brand deals only, and usually modest. The real win isn't a check today.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45+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States that now allow some high school NIL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 share at the high school level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audience you build now is your head start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Start building your brand today and you walk into college NIL — real money — already ahead, with an audience that's yours.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“softball.”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home run.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cage sessions and reps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if — and how —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 association decides whether high-school NIL is allowed at all (about 45 states say yes). In PA, that's the PIAA.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school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Public and private schools can follow different rules, and your AD can add school-level limits on top.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not? If you're not a citizen, your visa may limit what you can earn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state association sets the rules and your AD interprets them. With a parent, confirm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only, never pay-for-play. No school logos, uniforms, or booster collectives.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Tell your 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Disclose every deal to your athletic director, usually within days — and a parent signs it with you.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what's next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your season now and your college eligibility later.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state, school, and status, and they change. This is education, not legal advice — confirm with your state association, your AD, and a parent.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high school softball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you're ready when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counts.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that grows with you — from high school into college.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your audience now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followers and brand you grow today are the asset you carry forward.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where you're allowed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your state permits it, partner with brands that fit — with a parent's sign-off.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High School Baseball</dc:title>
  <dc:subject>PptxGenJS Presentation</dc:subject>
  <dc:creator>Formative Unites, Inc.</dc:creator>
  <cp:lastModifiedBy>Formative Unites, Inc.</cp:lastModifiedBy>
  <cp:revision>1</cp:revision>
  <dcterms:created xsi:type="dcterms:W3CDTF">2026-06-18T03:22:54Z</dcterms:created>
  <dcterms:modified xsi:type="dcterms:W3CDTF">2026-06-18T03:22:54Z</dcterms:modified>
</cp:coreProperties>
</file>