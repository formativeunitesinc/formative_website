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BASKETBALL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basketball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“basketball.”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poster dunk.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shootarounds and film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basketball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